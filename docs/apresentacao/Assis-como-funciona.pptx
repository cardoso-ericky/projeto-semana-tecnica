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C4C169-DA41-40E4-9F62-15BDB7F5D5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3CD319-4833-49B3-B50D-EA8C1E0C68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E40EAA-E663-4C34-9471-08B8096AC8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33867C-9D45-4544-B828-00E98CFF6A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6B1574-C9F6-4F88-A50F-7DAB660F13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3925A0-3854-42FF-AF56-5B0639E0CB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4557C5-776A-4305-B0F3-EEBEB9749E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9003C-8E1F-4CE0-8D7D-0B5D077A16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063BD-31EB-45B1-B197-7A9F6D3861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3A66F-F84C-4CC9-93F7-3AE313E7DE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670EC-8D2E-4B8E-A90B-5E6D82E260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596849-6D50-4A1C-9932-46346A9C0C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DB4176C-96B4-4134-8B10-6FBD8929229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2026-08-17T14:23:41Z</dcterms:modified>
  <cp:revision>1</cp:revision>
  <dc:subject/>
  <dc:title/>
</cp:coreProperties>
</file>